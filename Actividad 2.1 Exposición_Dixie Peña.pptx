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4"/>
  </p:sldMasterIdLst>
  <p:notesMasterIdLst>
    <p:notesMasterId r:id="rId17"/>
  </p:notesMasterIdLst>
  <p:handoutMasterIdLst>
    <p:handoutMasterId r:id="rId18"/>
  </p:handoutMasterIdLst>
  <p:sldIdLst>
    <p:sldId id="266" r:id="rId5"/>
    <p:sldId id="256" r:id="rId6"/>
    <p:sldId id="259" r:id="rId7"/>
    <p:sldId id="263" r:id="rId8"/>
    <p:sldId id="264" r:id="rId9"/>
    <p:sldId id="262" r:id="rId10"/>
    <p:sldId id="267" r:id="rId11"/>
    <p:sldId id="268" r:id="rId12"/>
    <p:sldId id="269" r:id="rId13"/>
    <p:sldId id="260" r:id="rId14"/>
    <p:sldId id="265" r:id="rId15"/>
    <p:sldId id="270" r:id="rId16"/>
  </p:sldIdLst>
  <p:sldSz cx="12192000" cy="6858000"/>
  <p:notesSz cx="6858000" cy="9144000"/>
  <p:defaultTextStyle>
    <a:defPPr rtl="0"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48" autoAdjust="0"/>
  </p:normalViewPr>
  <p:slideViewPr>
    <p:cSldViewPr snapToGrid="0">
      <p:cViewPr varScale="1">
        <p:scale>
          <a:sx n="79" d="100"/>
          <a:sy n="79" d="100"/>
        </p:scale>
        <p:origin x="85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786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5AA53B-3EEE-4DE4-BB81-9044890C2946}" type="doc">
      <dgm:prSet loTypeId="urn:microsoft.com/office/officeart/2008/layout/VerticalCurvedList" loCatId="list" qsTypeId="urn:microsoft.com/office/officeart/2005/8/quickstyle/simple4" qsCatId="simple" csTypeId="urn:microsoft.com/office/officeart/2005/8/colors/accent2_2" csCatId="accent2" phldr="1"/>
      <dgm:spPr/>
      <dgm:t>
        <a:bodyPr rtlCol="0"/>
        <a:lstStyle/>
        <a:p>
          <a:pPr rtl="0"/>
          <a:endParaRPr lang="en-US"/>
        </a:p>
      </dgm:t>
    </dgm:pt>
    <dgm:pt modelId="{6750AC01-D39D-4F3A-9DC8-2A211EE986A2}">
      <dgm:prSet phldrT="[Text]"/>
      <dgm:spPr/>
      <dgm:t>
        <a:bodyPr rtlCol="0"/>
        <a:lstStyle/>
        <a:p>
          <a:pPr rtl="0">
            <a:lnSpc>
              <a:spcPct val="100000"/>
            </a:lnSpc>
          </a:pPr>
          <a:r>
            <a:rPr lang="es-ES" noProof="0" dirty="0"/>
            <a:t>Introducción	</a:t>
          </a:r>
        </a:p>
      </dgm:t>
    </dgm:pt>
    <dgm:pt modelId="{720680DC-AAA4-4434-A582-60EBCC5BA355}" type="parTrans" cxnId="{0B5DAE5F-BCDC-4BF7-A6E7-CF856886A64D}">
      <dgm:prSet/>
      <dgm:spPr/>
      <dgm:t>
        <a:bodyPr rtlCol="0"/>
        <a:lstStyle/>
        <a:p>
          <a:pPr rtl="0"/>
          <a:endParaRPr lang="es-ES" noProof="0" dirty="0"/>
        </a:p>
      </dgm:t>
    </dgm:pt>
    <dgm:pt modelId="{CA077D98-8478-47EA-B6A9-99ACE60C64D4}" type="sibTrans" cxnId="{0B5DAE5F-BCDC-4BF7-A6E7-CF856886A64D}">
      <dgm:prSet/>
      <dgm:spPr/>
      <dgm:t>
        <a:bodyPr rtlCol="0"/>
        <a:lstStyle/>
        <a:p>
          <a:pPr rtl="0"/>
          <a:endParaRPr lang="es-ES" noProof="0" dirty="0"/>
        </a:p>
      </dgm:t>
    </dgm:pt>
    <dgm:pt modelId="{0BEF68B8-1228-47BB-83B5-7B9CD1E3F84E}">
      <dgm:prSet phldrT="[Text]"/>
      <dgm:spPr/>
      <dgm:t>
        <a:bodyPr rtlCol="0"/>
        <a:lstStyle/>
        <a:p>
          <a:pPr rtl="0">
            <a:lnSpc>
              <a:spcPct val="100000"/>
            </a:lnSpc>
          </a:pPr>
          <a:r>
            <a:rPr lang="es-ES" noProof="0" dirty="0"/>
            <a:t>Justificación</a:t>
          </a:r>
        </a:p>
      </dgm:t>
    </dgm:pt>
    <dgm:pt modelId="{ED3A4BC2-B75A-4952-A38B-A42B5995DF05}" type="parTrans" cxnId="{EDEF4F82-1237-4639-A0F7-385C1897CE66}">
      <dgm:prSet/>
      <dgm:spPr/>
      <dgm:t>
        <a:bodyPr rtlCol="0"/>
        <a:lstStyle/>
        <a:p>
          <a:pPr rtl="0"/>
          <a:endParaRPr lang="es-ES" noProof="0" dirty="0"/>
        </a:p>
      </dgm:t>
    </dgm:pt>
    <dgm:pt modelId="{FD949706-EDCC-4ADC-8EDF-8EDA49C92325}" type="sibTrans" cxnId="{EDEF4F82-1237-4639-A0F7-385C1897CE66}">
      <dgm:prSet/>
      <dgm:spPr/>
      <dgm:t>
        <a:bodyPr rtlCol="0"/>
        <a:lstStyle/>
        <a:p>
          <a:pPr rtl="0"/>
          <a:endParaRPr lang="es-ES" noProof="0" dirty="0"/>
        </a:p>
      </dgm:t>
    </dgm:pt>
    <dgm:pt modelId="{5605D28D-2CE6-4513-8566-952984E21E14}">
      <dgm:prSet phldrT="[Text]"/>
      <dgm:spPr/>
      <dgm:t>
        <a:bodyPr rtlCol="0"/>
        <a:lstStyle/>
        <a:p>
          <a:pPr rtl="0">
            <a:lnSpc>
              <a:spcPct val="100000"/>
            </a:lnSpc>
          </a:pPr>
          <a:r>
            <a:rPr lang="es-ES" noProof="0" dirty="0"/>
            <a:t>Fórmula general</a:t>
          </a:r>
        </a:p>
      </dgm:t>
    </dgm:pt>
    <dgm:pt modelId="{EB15AB98-362B-4E70-A3DA-995FC3E8BA79}" type="parTrans" cxnId="{FAF3F884-F0CF-440F-8CB1-B7648AB1B138}">
      <dgm:prSet/>
      <dgm:spPr/>
      <dgm:t>
        <a:bodyPr rtlCol="0"/>
        <a:lstStyle/>
        <a:p>
          <a:pPr rtl="0"/>
          <a:endParaRPr lang="es-ES" noProof="0" dirty="0"/>
        </a:p>
      </dgm:t>
    </dgm:pt>
    <dgm:pt modelId="{823D1971-2C4D-4EC5-A874-2F463DE37109}" type="sibTrans" cxnId="{FAF3F884-F0CF-440F-8CB1-B7648AB1B138}">
      <dgm:prSet/>
      <dgm:spPr/>
      <dgm:t>
        <a:bodyPr rtlCol="0"/>
        <a:lstStyle/>
        <a:p>
          <a:pPr rtl="0"/>
          <a:endParaRPr lang="es-ES" noProof="0" dirty="0"/>
        </a:p>
      </dgm:t>
    </dgm:pt>
    <dgm:pt modelId="{71A769D3-6DA4-45AA-A812-C793381158F7}">
      <dgm:prSet phldrT="[Text]"/>
      <dgm:spPr/>
      <dgm:t>
        <a:bodyPr rtlCol="0"/>
        <a:lstStyle/>
        <a:p>
          <a:pPr rtl="0"/>
          <a:r>
            <a:rPr lang="es-ES" noProof="0" dirty="0"/>
            <a:t>Definición y estructura</a:t>
          </a:r>
        </a:p>
      </dgm:t>
    </dgm:pt>
    <dgm:pt modelId="{B168B626-B441-459C-BED4-9D56615F6ADA}" type="parTrans" cxnId="{8093F3F3-158F-4366-8619-FB3F0B9ED6C0}">
      <dgm:prSet/>
      <dgm:spPr/>
      <dgm:t>
        <a:bodyPr/>
        <a:lstStyle/>
        <a:p>
          <a:endParaRPr lang="es-MX"/>
        </a:p>
      </dgm:t>
    </dgm:pt>
    <dgm:pt modelId="{F956C63C-821C-4E9E-908A-6E0639044C8F}" type="sibTrans" cxnId="{8093F3F3-158F-4366-8619-FB3F0B9ED6C0}">
      <dgm:prSet/>
      <dgm:spPr/>
      <dgm:t>
        <a:bodyPr/>
        <a:lstStyle/>
        <a:p>
          <a:endParaRPr lang="es-MX"/>
        </a:p>
      </dgm:t>
    </dgm:pt>
    <dgm:pt modelId="{04B2A8C4-CC6A-48B4-AC89-104A87371868}">
      <dgm:prSet phldrT="[Text]"/>
      <dgm:spPr/>
      <dgm:t>
        <a:bodyPr rtlCol="0"/>
        <a:lstStyle/>
        <a:p>
          <a:pPr rtl="0"/>
          <a:r>
            <a:rPr lang="es-ES" noProof="0" dirty="0"/>
            <a:t>Características  </a:t>
          </a:r>
        </a:p>
      </dgm:t>
    </dgm:pt>
    <dgm:pt modelId="{BC1F8F7A-DB58-4973-B86C-31F17A9B5782}" type="parTrans" cxnId="{23954AA7-400B-4ECC-8042-F344752B366C}">
      <dgm:prSet/>
      <dgm:spPr/>
      <dgm:t>
        <a:bodyPr/>
        <a:lstStyle/>
        <a:p>
          <a:endParaRPr lang="es-MX"/>
        </a:p>
      </dgm:t>
    </dgm:pt>
    <dgm:pt modelId="{D0FBA180-ED36-432B-A777-48E5D6DBD834}" type="sibTrans" cxnId="{23954AA7-400B-4ECC-8042-F344752B366C}">
      <dgm:prSet/>
      <dgm:spPr/>
      <dgm:t>
        <a:bodyPr/>
        <a:lstStyle/>
        <a:p>
          <a:endParaRPr lang="es-MX"/>
        </a:p>
      </dgm:t>
    </dgm:pt>
    <dgm:pt modelId="{0F4A80DE-8809-42C6-86A6-61065E5ED5B6}">
      <dgm:prSet phldrT="[Text]"/>
      <dgm:spPr/>
      <dgm:t>
        <a:bodyPr rtlCol="0"/>
        <a:lstStyle/>
        <a:p>
          <a:pPr rtl="0"/>
          <a:r>
            <a:rPr lang="es-ES" noProof="0" dirty="0"/>
            <a:t>Conclusión   </a:t>
          </a:r>
        </a:p>
      </dgm:t>
    </dgm:pt>
    <dgm:pt modelId="{43FC532E-2BA3-4202-8690-AE9FE16B74C8}" type="parTrans" cxnId="{5A4A9E48-79D4-4DB1-A731-0F37F8915248}">
      <dgm:prSet/>
      <dgm:spPr/>
      <dgm:t>
        <a:bodyPr/>
        <a:lstStyle/>
        <a:p>
          <a:endParaRPr lang="es-MX"/>
        </a:p>
      </dgm:t>
    </dgm:pt>
    <dgm:pt modelId="{E1843CF9-FAAC-4362-BE51-1DA1785A58CD}" type="sibTrans" cxnId="{5A4A9E48-79D4-4DB1-A731-0F37F8915248}">
      <dgm:prSet/>
      <dgm:spPr/>
      <dgm:t>
        <a:bodyPr/>
        <a:lstStyle/>
        <a:p>
          <a:endParaRPr lang="es-MX"/>
        </a:p>
      </dgm:t>
    </dgm:pt>
    <dgm:pt modelId="{57806726-6E60-4ACC-9C1C-7DF9CC365A10}" type="pres">
      <dgm:prSet presAssocID="{7E5AA53B-3EEE-4DE4-BB81-9044890C2946}" presName="Name0" presStyleCnt="0">
        <dgm:presLayoutVars>
          <dgm:chMax val="7"/>
          <dgm:chPref val="7"/>
          <dgm:dir/>
        </dgm:presLayoutVars>
      </dgm:prSet>
      <dgm:spPr/>
    </dgm:pt>
    <dgm:pt modelId="{90561C55-3C6E-4D53-85E1-2C50BCDDA392}" type="pres">
      <dgm:prSet presAssocID="{7E5AA53B-3EEE-4DE4-BB81-9044890C2946}" presName="Name1" presStyleCnt="0"/>
      <dgm:spPr/>
    </dgm:pt>
    <dgm:pt modelId="{B6CD42EC-5AD4-4004-AE5B-47EDA668DAA8}" type="pres">
      <dgm:prSet presAssocID="{7E5AA53B-3EEE-4DE4-BB81-9044890C2946}" presName="cycle" presStyleCnt="0"/>
      <dgm:spPr/>
    </dgm:pt>
    <dgm:pt modelId="{963B8EE3-40CC-4A0A-B420-D0BF920973CE}" type="pres">
      <dgm:prSet presAssocID="{7E5AA53B-3EEE-4DE4-BB81-9044890C2946}" presName="srcNode" presStyleLbl="node1" presStyleIdx="0" presStyleCnt="6"/>
      <dgm:spPr/>
    </dgm:pt>
    <dgm:pt modelId="{D79B43FC-100B-4A0D-A4D5-0D2D04B99064}" type="pres">
      <dgm:prSet presAssocID="{7E5AA53B-3EEE-4DE4-BB81-9044890C2946}" presName="conn" presStyleLbl="parChTrans1D2" presStyleIdx="0" presStyleCnt="1"/>
      <dgm:spPr/>
    </dgm:pt>
    <dgm:pt modelId="{3CAD8DA1-8D53-445C-ACE8-D8449E4F0F55}" type="pres">
      <dgm:prSet presAssocID="{7E5AA53B-3EEE-4DE4-BB81-9044890C2946}" presName="extraNode" presStyleLbl="node1" presStyleIdx="0" presStyleCnt="6"/>
      <dgm:spPr/>
    </dgm:pt>
    <dgm:pt modelId="{429CABD1-4116-474B-81BF-735E2CA9DD00}" type="pres">
      <dgm:prSet presAssocID="{7E5AA53B-3EEE-4DE4-BB81-9044890C2946}" presName="dstNode" presStyleLbl="node1" presStyleIdx="0" presStyleCnt="6"/>
      <dgm:spPr/>
    </dgm:pt>
    <dgm:pt modelId="{58319267-C71E-43C9-94E1-827D0616C7A7}" type="pres">
      <dgm:prSet presAssocID="{6750AC01-D39D-4F3A-9DC8-2A211EE986A2}" presName="text_1" presStyleLbl="node1" presStyleIdx="0" presStyleCnt="6" custLinFactY="-19226" custLinFactNeighborX="-2052" custLinFactNeighborY="-100000">
        <dgm:presLayoutVars>
          <dgm:bulletEnabled val="1"/>
        </dgm:presLayoutVars>
      </dgm:prSet>
      <dgm:spPr/>
    </dgm:pt>
    <dgm:pt modelId="{79F9B8A9-2412-4B74-84A9-69422DB81CDC}" type="pres">
      <dgm:prSet presAssocID="{6750AC01-D39D-4F3A-9DC8-2A211EE986A2}" presName="accent_1" presStyleCnt="0"/>
      <dgm:spPr/>
    </dgm:pt>
    <dgm:pt modelId="{07CB3071-D555-47DA-A36A-69EB91531FD8}" type="pres">
      <dgm:prSet presAssocID="{6750AC01-D39D-4F3A-9DC8-2A211EE986A2}" presName="accentRepeatNode" presStyleLbl="solidFgAcc1" presStyleIdx="0" presStyleCnt="6"/>
      <dgm:spPr/>
    </dgm:pt>
    <dgm:pt modelId="{95DE6538-27BD-44AF-A1A8-CA8F6B10FDD2}" type="pres">
      <dgm:prSet presAssocID="{0BEF68B8-1228-47BB-83B5-7B9CD1E3F84E}" presName="text_2" presStyleLbl="node1" presStyleIdx="1" presStyleCnt="6" custLinFactNeighborX="-535" custLinFactNeighborY="-26530">
        <dgm:presLayoutVars>
          <dgm:bulletEnabled val="1"/>
        </dgm:presLayoutVars>
      </dgm:prSet>
      <dgm:spPr/>
    </dgm:pt>
    <dgm:pt modelId="{312BDEE8-85BD-4F02-B35B-2CC8E701C98B}" type="pres">
      <dgm:prSet presAssocID="{0BEF68B8-1228-47BB-83B5-7B9CD1E3F84E}" presName="accent_2" presStyleCnt="0"/>
      <dgm:spPr/>
    </dgm:pt>
    <dgm:pt modelId="{3F8116AC-FAC3-4E95-9865-93CCFEB191B9}" type="pres">
      <dgm:prSet presAssocID="{0BEF68B8-1228-47BB-83B5-7B9CD1E3F84E}" presName="accentRepeatNode" presStyleLbl="solidFgAcc1" presStyleIdx="1" presStyleCnt="6" custLinFactNeighborX="-2585" custLinFactNeighborY="-11224"/>
      <dgm:spPr/>
    </dgm:pt>
    <dgm:pt modelId="{D7E2FD27-2516-4072-9D80-56EE5451B87D}" type="pres">
      <dgm:prSet presAssocID="{71A769D3-6DA4-45AA-A812-C793381158F7}" presName="text_3" presStyleLbl="node1" presStyleIdx="2" presStyleCnt="6">
        <dgm:presLayoutVars>
          <dgm:bulletEnabled val="1"/>
        </dgm:presLayoutVars>
      </dgm:prSet>
      <dgm:spPr/>
    </dgm:pt>
    <dgm:pt modelId="{E4976857-4C08-498F-8A89-FCFCE1D02F91}" type="pres">
      <dgm:prSet presAssocID="{71A769D3-6DA4-45AA-A812-C793381158F7}" presName="accent_3" presStyleCnt="0"/>
      <dgm:spPr/>
    </dgm:pt>
    <dgm:pt modelId="{16A88D3C-D21A-4596-8B95-CFC61B9D583A}" type="pres">
      <dgm:prSet presAssocID="{71A769D3-6DA4-45AA-A812-C793381158F7}" presName="accentRepeatNode" presStyleLbl="solidFgAcc1" presStyleIdx="2" presStyleCnt="6"/>
      <dgm:spPr/>
    </dgm:pt>
    <dgm:pt modelId="{3C86D8F7-CF09-4456-B88F-E60BF06CCD8B}" type="pres">
      <dgm:prSet presAssocID="{5605D28D-2CE6-4513-8566-952984E21E14}" presName="text_4" presStyleLbl="node1" presStyleIdx="3" presStyleCnt="6">
        <dgm:presLayoutVars>
          <dgm:bulletEnabled val="1"/>
        </dgm:presLayoutVars>
      </dgm:prSet>
      <dgm:spPr/>
    </dgm:pt>
    <dgm:pt modelId="{45FF01CF-4B98-47EF-89A3-18BCDA2C1508}" type="pres">
      <dgm:prSet presAssocID="{5605D28D-2CE6-4513-8566-952984E21E14}" presName="accent_4" presStyleCnt="0"/>
      <dgm:spPr/>
    </dgm:pt>
    <dgm:pt modelId="{A965097E-32F1-4AB8-8C4E-2814A7596B2F}" type="pres">
      <dgm:prSet presAssocID="{5605D28D-2CE6-4513-8566-952984E21E14}" presName="accentRepeatNode" presStyleLbl="solidFgAcc1" presStyleIdx="3" presStyleCnt="6"/>
      <dgm:spPr/>
    </dgm:pt>
    <dgm:pt modelId="{4F87849C-C8F1-4CC4-A303-E3A8B4C22360}" type="pres">
      <dgm:prSet presAssocID="{04B2A8C4-CC6A-48B4-AC89-104A87371868}" presName="text_5" presStyleLbl="node1" presStyleIdx="4" presStyleCnt="6">
        <dgm:presLayoutVars>
          <dgm:bulletEnabled val="1"/>
        </dgm:presLayoutVars>
      </dgm:prSet>
      <dgm:spPr/>
    </dgm:pt>
    <dgm:pt modelId="{0B1D33C7-A556-41B3-8B75-2CAF6429FBA3}" type="pres">
      <dgm:prSet presAssocID="{04B2A8C4-CC6A-48B4-AC89-104A87371868}" presName="accent_5" presStyleCnt="0"/>
      <dgm:spPr/>
    </dgm:pt>
    <dgm:pt modelId="{6F489E9B-5F5F-4CBD-8314-4D4AD87683A4}" type="pres">
      <dgm:prSet presAssocID="{04B2A8C4-CC6A-48B4-AC89-104A87371868}" presName="accentRepeatNode" presStyleLbl="solidFgAcc1" presStyleIdx="4" presStyleCnt="6"/>
      <dgm:spPr/>
    </dgm:pt>
    <dgm:pt modelId="{00C99FBB-303F-4D34-88CD-EA166E27CABB}" type="pres">
      <dgm:prSet presAssocID="{0F4A80DE-8809-42C6-86A6-61065E5ED5B6}" presName="text_6" presStyleLbl="node1" presStyleIdx="5" presStyleCnt="6">
        <dgm:presLayoutVars>
          <dgm:bulletEnabled val="1"/>
        </dgm:presLayoutVars>
      </dgm:prSet>
      <dgm:spPr/>
    </dgm:pt>
    <dgm:pt modelId="{C65830C1-FA65-432F-A430-9CA7C2B64224}" type="pres">
      <dgm:prSet presAssocID="{0F4A80DE-8809-42C6-86A6-61065E5ED5B6}" presName="accent_6" presStyleCnt="0"/>
      <dgm:spPr/>
    </dgm:pt>
    <dgm:pt modelId="{B752FA5D-6E64-4165-A22A-FE0FEFF02FC9}" type="pres">
      <dgm:prSet presAssocID="{0F4A80DE-8809-42C6-86A6-61065E5ED5B6}" presName="accentRepeatNode" presStyleLbl="solidFgAcc1" presStyleIdx="5" presStyleCnt="6"/>
      <dgm:spPr/>
    </dgm:pt>
  </dgm:ptLst>
  <dgm:cxnLst>
    <dgm:cxn modelId="{A11E3B12-1828-45A7-86C3-BB85832DF84D}" type="presOf" srcId="{CA077D98-8478-47EA-B6A9-99ACE60C64D4}" destId="{D79B43FC-100B-4A0D-A4D5-0D2D04B99064}" srcOrd="0" destOrd="0" presId="urn:microsoft.com/office/officeart/2008/layout/VerticalCurvedList"/>
    <dgm:cxn modelId="{0B5DAE5F-BCDC-4BF7-A6E7-CF856886A64D}" srcId="{7E5AA53B-3EEE-4DE4-BB81-9044890C2946}" destId="{6750AC01-D39D-4F3A-9DC8-2A211EE986A2}" srcOrd="0" destOrd="0" parTransId="{720680DC-AAA4-4434-A582-60EBCC5BA355}" sibTransId="{CA077D98-8478-47EA-B6A9-99ACE60C64D4}"/>
    <dgm:cxn modelId="{5A4A9E48-79D4-4DB1-A731-0F37F8915248}" srcId="{7E5AA53B-3EEE-4DE4-BB81-9044890C2946}" destId="{0F4A80DE-8809-42C6-86A6-61065E5ED5B6}" srcOrd="5" destOrd="0" parTransId="{43FC532E-2BA3-4202-8690-AE9FE16B74C8}" sibTransId="{E1843CF9-FAAC-4362-BE51-1DA1785A58CD}"/>
    <dgm:cxn modelId="{29DA474E-5DFA-4C66-882F-319C49ABBB19}" type="presOf" srcId="{6750AC01-D39D-4F3A-9DC8-2A211EE986A2}" destId="{58319267-C71E-43C9-94E1-827D0616C7A7}" srcOrd="0" destOrd="0" presId="urn:microsoft.com/office/officeart/2008/layout/VerticalCurvedList"/>
    <dgm:cxn modelId="{EDEF4F82-1237-4639-A0F7-385C1897CE66}" srcId="{7E5AA53B-3EEE-4DE4-BB81-9044890C2946}" destId="{0BEF68B8-1228-47BB-83B5-7B9CD1E3F84E}" srcOrd="1" destOrd="0" parTransId="{ED3A4BC2-B75A-4952-A38B-A42B5995DF05}" sibTransId="{FD949706-EDCC-4ADC-8EDF-8EDA49C92325}"/>
    <dgm:cxn modelId="{FAF3F884-F0CF-440F-8CB1-B7648AB1B138}" srcId="{7E5AA53B-3EEE-4DE4-BB81-9044890C2946}" destId="{5605D28D-2CE6-4513-8566-952984E21E14}" srcOrd="3" destOrd="0" parTransId="{EB15AB98-362B-4E70-A3DA-995FC3E8BA79}" sibTransId="{823D1971-2C4D-4EC5-A874-2F463DE37109}"/>
    <dgm:cxn modelId="{4CCA0788-3B70-4BE5-A010-1EFF395ABFDE}" type="presOf" srcId="{5605D28D-2CE6-4513-8566-952984E21E14}" destId="{3C86D8F7-CF09-4456-B88F-E60BF06CCD8B}" srcOrd="0" destOrd="0" presId="urn:microsoft.com/office/officeart/2008/layout/VerticalCurvedList"/>
    <dgm:cxn modelId="{6876988F-7024-480E-AC79-7DD4699CCF75}" type="presOf" srcId="{0F4A80DE-8809-42C6-86A6-61065E5ED5B6}" destId="{00C99FBB-303F-4D34-88CD-EA166E27CABB}" srcOrd="0" destOrd="0" presId="urn:microsoft.com/office/officeart/2008/layout/VerticalCurvedList"/>
    <dgm:cxn modelId="{4F65CC8F-B5A8-40BE-A32B-05862B543D6A}" type="presOf" srcId="{7E5AA53B-3EEE-4DE4-BB81-9044890C2946}" destId="{57806726-6E60-4ACC-9C1C-7DF9CC365A10}" srcOrd="0" destOrd="0" presId="urn:microsoft.com/office/officeart/2008/layout/VerticalCurvedList"/>
    <dgm:cxn modelId="{4A378892-5CCC-4F0D-8A38-4BEAECF30F24}" type="presOf" srcId="{0BEF68B8-1228-47BB-83B5-7B9CD1E3F84E}" destId="{95DE6538-27BD-44AF-A1A8-CA8F6B10FDD2}" srcOrd="0" destOrd="0" presId="urn:microsoft.com/office/officeart/2008/layout/VerticalCurvedList"/>
    <dgm:cxn modelId="{23954AA7-400B-4ECC-8042-F344752B366C}" srcId="{7E5AA53B-3EEE-4DE4-BB81-9044890C2946}" destId="{04B2A8C4-CC6A-48B4-AC89-104A87371868}" srcOrd="4" destOrd="0" parTransId="{BC1F8F7A-DB58-4973-B86C-31F17A9B5782}" sibTransId="{D0FBA180-ED36-432B-A777-48E5D6DBD834}"/>
    <dgm:cxn modelId="{ED8BB2E3-31B8-4CB1-9778-03D0195C3DE5}" type="presOf" srcId="{71A769D3-6DA4-45AA-A812-C793381158F7}" destId="{D7E2FD27-2516-4072-9D80-56EE5451B87D}" srcOrd="0" destOrd="0" presId="urn:microsoft.com/office/officeart/2008/layout/VerticalCurvedList"/>
    <dgm:cxn modelId="{8093F3F3-158F-4366-8619-FB3F0B9ED6C0}" srcId="{7E5AA53B-3EEE-4DE4-BB81-9044890C2946}" destId="{71A769D3-6DA4-45AA-A812-C793381158F7}" srcOrd="2" destOrd="0" parTransId="{B168B626-B441-459C-BED4-9D56615F6ADA}" sibTransId="{F956C63C-821C-4E9E-908A-6E0639044C8F}"/>
    <dgm:cxn modelId="{DE3BE5FC-FB8D-4D26-9999-03AB80C9EF17}" type="presOf" srcId="{04B2A8C4-CC6A-48B4-AC89-104A87371868}" destId="{4F87849C-C8F1-4CC4-A303-E3A8B4C22360}" srcOrd="0" destOrd="0" presId="urn:microsoft.com/office/officeart/2008/layout/VerticalCurvedList"/>
    <dgm:cxn modelId="{4E25B52E-70EF-4A0F-B410-0B49263AF380}" type="presParOf" srcId="{57806726-6E60-4ACC-9C1C-7DF9CC365A10}" destId="{90561C55-3C6E-4D53-85E1-2C50BCDDA392}" srcOrd="0" destOrd="0" presId="urn:microsoft.com/office/officeart/2008/layout/VerticalCurvedList"/>
    <dgm:cxn modelId="{2B3DD9E4-EC9C-4B92-B380-F89BF82E7CF3}" type="presParOf" srcId="{90561C55-3C6E-4D53-85E1-2C50BCDDA392}" destId="{B6CD42EC-5AD4-4004-AE5B-47EDA668DAA8}" srcOrd="0" destOrd="0" presId="urn:microsoft.com/office/officeart/2008/layout/VerticalCurvedList"/>
    <dgm:cxn modelId="{EA357085-80A4-4D1D-9BD2-56B1E9A721FB}" type="presParOf" srcId="{B6CD42EC-5AD4-4004-AE5B-47EDA668DAA8}" destId="{963B8EE3-40CC-4A0A-B420-D0BF920973CE}" srcOrd="0" destOrd="0" presId="urn:microsoft.com/office/officeart/2008/layout/VerticalCurvedList"/>
    <dgm:cxn modelId="{F175C6D0-411C-40FD-A19B-860D49F42061}" type="presParOf" srcId="{B6CD42EC-5AD4-4004-AE5B-47EDA668DAA8}" destId="{D79B43FC-100B-4A0D-A4D5-0D2D04B99064}" srcOrd="1" destOrd="0" presId="urn:microsoft.com/office/officeart/2008/layout/VerticalCurvedList"/>
    <dgm:cxn modelId="{794BB944-68C0-47A5-9792-652802EB36AC}" type="presParOf" srcId="{B6CD42EC-5AD4-4004-AE5B-47EDA668DAA8}" destId="{3CAD8DA1-8D53-445C-ACE8-D8449E4F0F55}" srcOrd="2" destOrd="0" presId="urn:microsoft.com/office/officeart/2008/layout/VerticalCurvedList"/>
    <dgm:cxn modelId="{B8CC75C4-3D1A-49E7-80D2-915668C1368C}" type="presParOf" srcId="{B6CD42EC-5AD4-4004-AE5B-47EDA668DAA8}" destId="{429CABD1-4116-474B-81BF-735E2CA9DD00}" srcOrd="3" destOrd="0" presId="urn:microsoft.com/office/officeart/2008/layout/VerticalCurvedList"/>
    <dgm:cxn modelId="{28110BB8-F33F-498C-9A75-98364B05EFA5}" type="presParOf" srcId="{90561C55-3C6E-4D53-85E1-2C50BCDDA392}" destId="{58319267-C71E-43C9-94E1-827D0616C7A7}" srcOrd="1" destOrd="0" presId="urn:microsoft.com/office/officeart/2008/layout/VerticalCurvedList"/>
    <dgm:cxn modelId="{3866F6C9-5521-48F2-B6C3-40C9896E1605}" type="presParOf" srcId="{90561C55-3C6E-4D53-85E1-2C50BCDDA392}" destId="{79F9B8A9-2412-4B74-84A9-69422DB81CDC}" srcOrd="2" destOrd="0" presId="urn:microsoft.com/office/officeart/2008/layout/VerticalCurvedList"/>
    <dgm:cxn modelId="{D2205A4F-BB7A-4399-BC2F-78E18EC6EAFE}" type="presParOf" srcId="{79F9B8A9-2412-4B74-84A9-69422DB81CDC}" destId="{07CB3071-D555-47DA-A36A-69EB91531FD8}" srcOrd="0" destOrd="0" presId="urn:microsoft.com/office/officeart/2008/layout/VerticalCurvedList"/>
    <dgm:cxn modelId="{602753E6-8A03-492B-861A-6B9532B5AA28}" type="presParOf" srcId="{90561C55-3C6E-4D53-85E1-2C50BCDDA392}" destId="{95DE6538-27BD-44AF-A1A8-CA8F6B10FDD2}" srcOrd="3" destOrd="0" presId="urn:microsoft.com/office/officeart/2008/layout/VerticalCurvedList"/>
    <dgm:cxn modelId="{AEC540A3-E86A-4075-8BE4-263F4AFF4EA1}" type="presParOf" srcId="{90561C55-3C6E-4D53-85E1-2C50BCDDA392}" destId="{312BDEE8-85BD-4F02-B35B-2CC8E701C98B}" srcOrd="4" destOrd="0" presId="urn:microsoft.com/office/officeart/2008/layout/VerticalCurvedList"/>
    <dgm:cxn modelId="{CD5D1014-B7CB-4B47-9A02-5FBF90928A73}" type="presParOf" srcId="{312BDEE8-85BD-4F02-B35B-2CC8E701C98B}" destId="{3F8116AC-FAC3-4E95-9865-93CCFEB191B9}" srcOrd="0" destOrd="0" presId="urn:microsoft.com/office/officeart/2008/layout/VerticalCurvedList"/>
    <dgm:cxn modelId="{134D1F0E-7303-4272-BA56-D609E85E0CCF}" type="presParOf" srcId="{90561C55-3C6E-4D53-85E1-2C50BCDDA392}" destId="{D7E2FD27-2516-4072-9D80-56EE5451B87D}" srcOrd="5" destOrd="0" presId="urn:microsoft.com/office/officeart/2008/layout/VerticalCurvedList"/>
    <dgm:cxn modelId="{830FB164-D3C5-4F6B-87BA-866240A66216}" type="presParOf" srcId="{90561C55-3C6E-4D53-85E1-2C50BCDDA392}" destId="{E4976857-4C08-498F-8A89-FCFCE1D02F91}" srcOrd="6" destOrd="0" presId="urn:microsoft.com/office/officeart/2008/layout/VerticalCurvedList"/>
    <dgm:cxn modelId="{2E2EEA47-D404-4C58-8712-A726BEA53725}" type="presParOf" srcId="{E4976857-4C08-498F-8A89-FCFCE1D02F91}" destId="{16A88D3C-D21A-4596-8B95-CFC61B9D583A}" srcOrd="0" destOrd="0" presId="urn:microsoft.com/office/officeart/2008/layout/VerticalCurvedList"/>
    <dgm:cxn modelId="{FFAB7ADE-58D3-463E-8079-210D660D543C}" type="presParOf" srcId="{90561C55-3C6E-4D53-85E1-2C50BCDDA392}" destId="{3C86D8F7-CF09-4456-B88F-E60BF06CCD8B}" srcOrd="7" destOrd="0" presId="urn:microsoft.com/office/officeart/2008/layout/VerticalCurvedList"/>
    <dgm:cxn modelId="{59F9F5AE-F03B-44EB-8DB4-D5D5538E89DC}" type="presParOf" srcId="{90561C55-3C6E-4D53-85E1-2C50BCDDA392}" destId="{45FF01CF-4B98-47EF-89A3-18BCDA2C1508}" srcOrd="8" destOrd="0" presId="urn:microsoft.com/office/officeart/2008/layout/VerticalCurvedList"/>
    <dgm:cxn modelId="{6DF7E6D0-8AE8-4015-960B-244FB44C1D5C}" type="presParOf" srcId="{45FF01CF-4B98-47EF-89A3-18BCDA2C1508}" destId="{A965097E-32F1-4AB8-8C4E-2814A7596B2F}" srcOrd="0" destOrd="0" presId="urn:microsoft.com/office/officeart/2008/layout/VerticalCurvedList"/>
    <dgm:cxn modelId="{9DFD4BA8-6A7A-4776-8F44-220965D83961}" type="presParOf" srcId="{90561C55-3C6E-4D53-85E1-2C50BCDDA392}" destId="{4F87849C-C8F1-4CC4-A303-E3A8B4C22360}" srcOrd="9" destOrd="0" presId="urn:microsoft.com/office/officeart/2008/layout/VerticalCurvedList"/>
    <dgm:cxn modelId="{63A05CAB-C142-4246-AC75-02A43BBD76C3}" type="presParOf" srcId="{90561C55-3C6E-4D53-85E1-2C50BCDDA392}" destId="{0B1D33C7-A556-41B3-8B75-2CAF6429FBA3}" srcOrd="10" destOrd="0" presId="urn:microsoft.com/office/officeart/2008/layout/VerticalCurvedList"/>
    <dgm:cxn modelId="{98A2CAB9-6B9A-49D6-8326-A2CD260AF2A4}" type="presParOf" srcId="{0B1D33C7-A556-41B3-8B75-2CAF6429FBA3}" destId="{6F489E9B-5F5F-4CBD-8314-4D4AD87683A4}" srcOrd="0" destOrd="0" presId="urn:microsoft.com/office/officeart/2008/layout/VerticalCurvedList"/>
    <dgm:cxn modelId="{FE7914CB-B435-4AC9-A677-C3AC064F22BB}" type="presParOf" srcId="{90561C55-3C6E-4D53-85E1-2C50BCDDA392}" destId="{00C99FBB-303F-4D34-88CD-EA166E27CABB}" srcOrd="11" destOrd="0" presId="urn:microsoft.com/office/officeart/2008/layout/VerticalCurvedList"/>
    <dgm:cxn modelId="{814CDD95-C73C-4EAD-9C1C-95CC0B90FAFC}" type="presParOf" srcId="{90561C55-3C6E-4D53-85E1-2C50BCDDA392}" destId="{C65830C1-FA65-432F-A430-9CA7C2B64224}" srcOrd="12" destOrd="0" presId="urn:microsoft.com/office/officeart/2008/layout/VerticalCurvedList"/>
    <dgm:cxn modelId="{33ACDC38-6D5C-4F5D-8712-E1E48A453E9F}" type="presParOf" srcId="{C65830C1-FA65-432F-A430-9CA7C2B64224}" destId="{B752FA5D-6E64-4165-A22A-FE0FEFF02FC9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9B43FC-100B-4A0D-A4D5-0D2D04B99064}">
      <dsp:nvSpPr>
        <dsp:cNvPr id="0" name=""/>
        <dsp:cNvSpPr/>
      </dsp:nvSpPr>
      <dsp:spPr>
        <a:xfrm>
          <a:off x="-5332425" y="-816617"/>
          <a:ext cx="6349613" cy="6349613"/>
        </a:xfrm>
        <a:prstGeom prst="blockArc">
          <a:avLst>
            <a:gd name="adj1" fmla="val 18900000"/>
            <a:gd name="adj2" fmla="val 2700000"/>
            <a:gd name="adj3" fmla="val 340"/>
          </a:avLst>
        </a:prstGeom>
        <a:noFill/>
        <a:ln w="12700" cap="rnd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319267-C71E-43C9-94E1-827D0616C7A7}">
      <dsp:nvSpPr>
        <dsp:cNvPr id="0" name=""/>
        <dsp:cNvSpPr/>
      </dsp:nvSpPr>
      <dsp:spPr>
        <a:xfrm>
          <a:off x="247741" y="0"/>
          <a:ext cx="6409493" cy="49654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94129" tIns="63500" rIns="63500" bIns="63500" numCol="1" spcCol="1270" rtlCol="0" anchor="ctr" anchorCtr="0">
          <a:noAutofit/>
        </a:bodyPr>
        <a:lstStyle/>
        <a:p>
          <a:pPr marL="0" lvl="0" indent="0" algn="l" defTabSz="11112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 noProof="0" dirty="0"/>
            <a:t>Introducción	</a:t>
          </a:r>
        </a:p>
      </dsp:txBody>
      <dsp:txXfrm>
        <a:off x="247741" y="0"/>
        <a:ext cx="6409493" cy="496540"/>
      </dsp:txXfrm>
    </dsp:sp>
    <dsp:sp modelId="{07CB3071-D555-47DA-A36A-69EB91531FD8}">
      <dsp:nvSpPr>
        <dsp:cNvPr id="0" name=""/>
        <dsp:cNvSpPr/>
      </dsp:nvSpPr>
      <dsp:spPr>
        <a:xfrm>
          <a:off x="68926" y="186296"/>
          <a:ext cx="620675" cy="62067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DE6538-27BD-44AF-A1A8-CA8F6B10FDD2}">
      <dsp:nvSpPr>
        <dsp:cNvPr id="0" name=""/>
        <dsp:cNvSpPr/>
      </dsp:nvSpPr>
      <dsp:spPr>
        <a:xfrm>
          <a:off x="755597" y="861348"/>
          <a:ext cx="6001055" cy="49654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94129" tIns="63500" rIns="63500" bIns="63500" numCol="1" spcCol="1270" rtlCol="0" anchor="ctr" anchorCtr="0">
          <a:noAutofit/>
        </a:bodyPr>
        <a:lstStyle/>
        <a:p>
          <a:pPr marL="0" lvl="0" indent="0" algn="l" defTabSz="11112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 noProof="0" dirty="0"/>
            <a:t>Justificación</a:t>
          </a:r>
        </a:p>
      </dsp:txBody>
      <dsp:txXfrm>
        <a:off x="755597" y="861348"/>
        <a:ext cx="6001055" cy="496540"/>
      </dsp:txXfrm>
    </dsp:sp>
    <dsp:sp modelId="{3F8116AC-FAC3-4E95-9865-93CCFEB191B9}">
      <dsp:nvSpPr>
        <dsp:cNvPr id="0" name=""/>
        <dsp:cNvSpPr/>
      </dsp:nvSpPr>
      <dsp:spPr>
        <a:xfrm>
          <a:off x="461320" y="861348"/>
          <a:ext cx="620675" cy="62067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E2FD27-2516-4072-9D80-56EE5451B87D}">
      <dsp:nvSpPr>
        <dsp:cNvPr id="0" name=""/>
        <dsp:cNvSpPr/>
      </dsp:nvSpPr>
      <dsp:spPr>
        <a:xfrm>
          <a:off x="974471" y="1737797"/>
          <a:ext cx="5814286" cy="49654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94129" tIns="63500" rIns="63500" bIns="63500" numCol="1" spcCol="1270" rtlCol="0" anchor="ctr" anchorCtr="0">
          <a:noAutofit/>
        </a:bodyPr>
        <a:lstStyle/>
        <a:p>
          <a:pPr marL="0" lvl="0" indent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 noProof="0" dirty="0"/>
            <a:t>Definición y estructura</a:t>
          </a:r>
        </a:p>
      </dsp:txBody>
      <dsp:txXfrm>
        <a:off x="974471" y="1737797"/>
        <a:ext cx="5814286" cy="496540"/>
      </dsp:txXfrm>
    </dsp:sp>
    <dsp:sp modelId="{16A88D3C-D21A-4596-8B95-CFC61B9D583A}">
      <dsp:nvSpPr>
        <dsp:cNvPr id="0" name=""/>
        <dsp:cNvSpPr/>
      </dsp:nvSpPr>
      <dsp:spPr>
        <a:xfrm>
          <a:off x="664133" y="1675729"/>
          <a:ext cx="620675" cy="62067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86D8F7-CF09-4456-B88F-E60BF06CCD8B}">
      <dsp:nvSpPr>
        <dsp:cNvPr id="0" name=""/>
        <dsp:cNvSpPr/>
      </dsp:nvSpPr>
      <dsp:spPr>
        <a:xfrm>
          <a:off x="974471" y="2482041"/>
          <a:ext cx="5814286" cy="49654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94129" tIns="63500" rIns="63500" bIns="63500" numCol="1" spcCol="1270" rtlCol="0" anchor="ctr" anchorCtr="0">
          <a:noAutofit/>
        </a:bodyPr>
        <a:lstStyle/>
        <a:p>
          <a:pPr marL="0" lvl="0" indent="0" algn="l" defTabSz="11112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 noProof="0" dirty="0"/>
            <a:t>Fórmula general</a:t>
          </a:r>
        </a:p>
      </dsp:txBody>
      <dsp:txXfrm>
        <a:off x="974471" y="2482041"/>
        <a:ext cx="5814286" cy="496540"/>
      </dsp:txXfrm>
    </dsp:sp>
    <dsp:sp modelId="{A965097E-32F1-4AB8-8C4E-2814A7596B2F}">
      <dsp:nvSpPr>
        <dsp:cNvPr id="0" name=""/>
        <dsp:cNvSpPr/>
      </dsp:nvSpPr>
      <dsp:spPr>
        <a:xfrm>
          <a:off x="664133" y="2419974"/>
          <a:ext cx="620675" cy="62067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87849C-C8F1-4CC4-A303-E3A8B4C22360}">
      <dsp:nvSpPr>
        <dsp:cNvPr id="0" name=""/>
        <dsp:cNvSpPr/>
      </dsp:nvSpPr>
      <dsp:spPr>
        <a:xfrm>
          <a:off x="787702" y="3226757"/>
          <a:ext cx="6001055" cy="49654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94129" tIns="63500" rIns="63500" bIns="63500" numCol="1" spcCol="1270" rtlCol="0" anchor="ctr" anchorCtr="0">
          <a:noAutofit/>
        </a:bodyPr>
        <a:lstStyle/>
        <a:p>
          <a:pPr marL="0" lvl="0" indent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 noProof="0" dirty="0"/>
            <a:t>Características  </a:t>
          </a:r>
        </a:p>
      </dsp:txBody>
      <dsp:txXfrm>
        <a:off x="787702" y="3226757"/>
        <a:ext cx="6001055" cy="496540"/>
      </dsp:txXfrm>
    </dsp:sp>
    <dsp:sp modelId="{6F489E9B-5F5F-4CBD-8314-4D4AD87683A4}">
      <dsp:nvSpPr>
        <dsp:cNvPr id="0" name=""/>
        <dsp:cNvSpPr/>
      </dsp:nvSpPr>
      <dsp:spPr>
        <a:xfrm>
          <a:off x="477365" y="3164690"/>
          <a:ext cx="620675" cy="62067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C99FBB-303F-4D34-88CD-EA166E27CABB}">
      <dsp:nvSpPr>
        <dsp:cNvPr id="0" name=""/>
        <dsp:cNvSpPr/>
      </dsp:nvSpPr>
      <dsp:spPr>
        <a:xfrm>
          <a:off x="379264" y="3971474"/>
          <a:ext cx="6409493" cy="49654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94129" tIns="63500" rIns="63500" bIns="63500" numCol="1" spcCol="1270" rtlCol="0" anchor="ctr" anchorCtr="0">
          <a:noAutofit/>
        </a:bodyPr>
        <a:lstStyle/>
        <a:p>
          <a:pPr marL="0" lvl="0" indent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 noProof="0" dirty="0"/>
            <a:t>Conclusión   </a:t>
          </a:r>
        </a:p>
      </dsp:txBody>
      <dsp:txXfrm>
        <a:off x="379264" y="3971474"/>
        <a:ext cx="6409493" cy="496540"/>
      </dsp:txXfrm>
    </dsp:sp>
    <dsp:sp modelId="{B752FA5D-6E64-4165-A22A-FE0FEFF02FC9}">
      <dsp:nvSpPr>
        <dsp:cNvPr id="0" name=""/>
        <dsp:cNvSpPr/>
      </dsp:nvSpPr>
      <dsp:spPr>
        <a:xfrm>
          <a:off x="68926" y="3909406"/>
          <a:ext cx="620675" cy="62067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6957B284-434F-4737-87F6-3C1E78FB2C0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C727AB7-3970-4FE4-A134-9D1EEE3EADD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FB8E98-EB83-4166-8CDF-F8D5CC97446D}" type="datetimeFigureOut">
              <a:rPr lang="es-ES" smtClean="0"/>
              <a:t>08/10/2025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0C17C43-A4DD-44E5-B373-511461F876E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99C40B9-1970-4F62-BE22-5883A05E9A8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45CBA8-3118-4264-9DB3-F09EDF8E113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137989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59F1FC-52BF-40A0-B8CD-E5DB9AB207F2}" type="datetimeFigureOut">
              <a:rPr lang="es-ES" noProof="0" smtClean="0"/>
              <a:t>08/10/2025</a:t>
            </a:fld>
            <a:endParaRPr lang="es-ES" noProof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 noProof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noProof="0"/>
              <a:t>Editar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CC092-CABA-48D0-B3F7-B535EA5228F9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533446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6CC092-CABA-48D0-B3F7-B535EA5228F9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379592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6CC092-CABA-48D0-B3F7-B535EA5228F9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089410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6CC092-CABA-48D0-B3F7-B535EA5228F9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59435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7F3AD093-6935-4E25-8E83-BEC3D2E3622E}" type="datetime1">
              <a:rPr lang="es-ES" noProof="0" smtClean="0"/>
              <a:t>08/10/2025</a:t>
            </a:fld>
            <a:endParaRPr lang="es-ES" noProof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 hasCustomPrompt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>
            <a:lvl1pPr>
              <a:defRPr/>
            </a:lvl1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ECF8AC2-1C52-4F78-88EE-331D670B19A5}" type="datetime1">
              <a:rPr lang="es-ES" noProof="0" smtClean="0"/>
              <a:t>08/10/2025</a:t>
            </a:fld>
            <a:endParaRPr lang="es-ES" noProof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 hasCustomPrompt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FE6CF4E9-F423-4970-91B6-143DF72FA056}" type="datetime1">
              <a:rPr lang="es-ES" noProof="0" smtClean="0"/>
              <a:t>08/10/2025</a:t>
            </a:fld>
            <a:endParaRPr lang="es-ES" noProof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sz="half" idx="1" hasCustomPrompt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>
            <a:lvl1pPr>
              <a:defRPr/>
            </a:lvl1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 hasCustomPrompt="1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>
            <a:lvl1pPr>
              <a:defRPr/>
            </a:lvl1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3955445-6089-478A-9DA1-4738AC4A8C11}" type="datetime1">
              <a:rPr lang="es-ES" noProof="0" smtClean="0"/>
              <a:t>08/10/2025</a:t>
            </a:fld>
            <a:endParaRPr lang="es-ES" noProof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ítulo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 hasCustomPrompt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 hasCustomPrompt="1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>
            <a:lvl1pPr>
              <a:defRPr/>
            </a:lvl1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posición de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6" name="Marcador de posición de contenido 5"/>
          <p:cNvSpPr>
            <a:spLocks noGrp="1"/>
          </p:cNvSpPr>
          <p:nvPr>
            <p:ph sz="quarter" idx="4" hasCustomPrompt="1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>
            <a:lvl1pPr>
              <a:defRPr/>
            </a:lvl1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32D574B-5FDE-4FDF-8F45-99828D8C688F}" type="datetime1">
              <a:rPr lang="es-ES" noProof="0" smtClean="0"/>
              <a:t>08/10/2025</a:t>
            </a:fld>
            <a:endParaRPr lang="es-ES" noProof="0"/>
          </a:p>
        </p:txBody>
      </p:sp>
      <p:sp>
        <p:nvSpPr>
          <p:cNvPr id="8" name="Marcador de posición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C9631C6-D8ED-4343-819F-B7AEF7D4E056}" type="datetime1">
              <a:rPr lang="es-ES" noProof="0" smtClean="0"/>
              <a:t>08/10/2025</a:t>
            </a:fld>
            <a:endParaRPr lang="es-ES" noProof="0"/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7" name="Rectángulo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46FA238-7AE4-47C1-BF2A-706B9C8FFAA8}" type="datetime1">
              <a:rPr lang="es-ES" noProof="0" smtClean="0"/>
              <a:t>08/10/2025</a:t>
            </a:fld>
            <a:endParaRPr lang="es-ES" noProof="0"/>
          </a:p>
        </p:txBody>
      </p:sp>
      <p:sp>
        <p:nvSpPr>
          <p:cNvPr id="3" name="Marcador de posición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 hasCustomPrompt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 dirty="0"/>
              <a:t>Editar Estilos de texto del patrón</a:t>
            </a:r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E6D5EDF-0088-49D6-AAFA-F513F5E3B893}" type="datetime1">
              <a:rPr lang="es-ES" noProof="0" smtClean="0"/>
              <a:t>08/10/2025</a:t>
            </a:fld>
            <a:endParaRPr lang="es-ES" noProof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E2E0ACB-2DC9-41EC-A846-D82D047DE411}" type="datetime1">
              <a:rPr lang="es-ES" noProof="0" smtClean="0"/>
              <a:t>08/10/2025</a:t>
            </a:fld>
            <a:endParaRPr lang="es-ES" noProof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ítulo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0FE6873-B7CD-47F1-B4BA-70026F4A4FD4}" type="datetime1">
              <a:rPr lang="es-ES" noProof="0" smtClean="0"/>
              <a:t>08/10/2025</a:t>
            </a:fld>
            <a:endParaRPr lang="es-ES" noProof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vertical 1"/>
          <p:cNvSpPr>
            <a:spLocks noGrp="1"/>
          </p:cNvSpPr>
          <p:nvPr>
            <p:ph type="title" orient="vert" hasCustomPrompt="1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es-ES" noProof="0"/>
              <a:t>Haga clic para modificar el estilo del título principal</a:t>
            </a:r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>
            <a:lvl1pPr>
              <a:defRPr/>
            </a:lvl1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96AA1814-B970-47C5-B4E1-BCA0D77E15F3}" type="datetime1">
              <a:rPr lang="es-ES" noProof="0" smtClean="0"/>
              <a:t>08/10/2025</a:t>
            </a:fld>
            <a:endParaRPr lang="es-ES" noProof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título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8DB00A2C-96CA-430C-81E9-81B790CC7C63}" type="datetime1">
              <a:rPr lang="es-ES" noProof="0" smtClean="0"/>
              <a:t>08/10/2025</a:t>
            </a:fld>
            <a:endParaRPr lang="es-ES" noProof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9" name="Rectángulo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ángulo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ángulo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6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6B33F0A6-FE65-4273-BD88-4328F5F55F4F}"/>
              </a:ext>
            </a:extLst>
          </p:cNvPr>
          <p:cNvSpPr/>
          <p:nvPr/>
        </p:nvSpPr>
        <p:spPr>
          <a:xfrm>
            <a:off x="448235" y="645459"/>
            <a:ext cx="11250706" cy="2438400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B813456-056A-464A-B0EE-CCF992C92AF7}"/>
              </a:ext>
            </a:extLst>
          </p:cNvPr>
          <p:cNvSpPr/>
          <p:nvPr/>
        </p:nvSpPr>
        <p:spPr>
          <a:xfrm>
            <a:off x="448235" y="645459"/>
            <a:ext cx="11250706" cy="591670"/>
          </a:xfrm>
          <a:prstGeom prst="rect">
            <a:avLst/>
          </a:prstGeom>
          <a:solidFill>
            <a:schemeClr val="accent2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7" name="image2.png">
            <a:extLst>
              <a:ext uri="{FF2B5EF4-FFF2-40B4-BE49-F238E27FC236}">
                <a16:creationId xmlns:a16="http://schemas.microsoft.com/office/drawing/2014/main" id="{22D859FF-2D24-4326-901A-16A104FB776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4880" y="730847"/>
            <a:ext cx="2212340" cy="495935"/>
          </a:xfrm>
          <a:prstGeom prst="rect">
            <a:avLst/>
          </a:prstGeom>
        </p:spPr>
      </p:pic>
      <p:pic>
        <p:nvPicPr>
          <p:cNvPr id="8" name="image3.png">
            <a:extLst>
              <a:ext uri="{FF2B5EF4-FFF2-40B4-BE49-F238E27FC236}">
                <a16:creationId xmlns:a16="http://schemas.microsoft.com/office/drawing/2014/main" id="{69F4C543-3EA6-4396-B8D0-DE5D3002AF34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7917" y="635110"/>
            <a:ext cx="1301077" cy="591671"/>
          </a:xfrm>
          <a:prstGeom prst="rect">
            <a:avLst/>
          </a:prstGeom>
        </p:spPr>
      </p:pic>
      <p:pic>
        <p:nvPicPr>
          <p:cNvPr id="9" name="image4.jpeg">
            <a:extLst>
              <a:ext uri="{FF2B5EF4-FFF2-40B4-BE49-F238E27FC236}">
                <a16:creationId xmlns:a16="http://schemas.microsoft.com/office/drawing/2014/main" id="{4DC928DF-BFBB-4FD2-8896-ABE44892ADAE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2612" y="645457"/>
            <a:ext cx="1301076" cy="591671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94D43C0D-EC77-47F6-8565-89FE93CD07DF}"/>
              </a:ext>
            </a:extLst>
          </p:cNvPr>
          <p:cNvSpPr txBox="1">
            <a:spLocks/>
          </p:cNvSpPr>
          <p:nvPr/>
        </p:nvSpPr>
        <p:spPr>
          <a:xfrm>
            <a:off x="977152" y="862402"/>
            <a:ext cx="9701007" cy="58790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0" kern="120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5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Instituto Tecnológico Nacional de México</a:t>
            </a:r>
          </a:p>
          <a:p>
            <a:pPr algn="ctr"/>
            <a:r>
              <a:rPr lang="es-MX" sz="5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Instituto Tecnológico  de Frontera Comalapa</a:t>
            </a:r>
          </a:p>
          <a:p>
            <a:pPr algn="ctr"/>
            <a:r>
              <a:rPr lang="es-MX" sz="5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Ingeniería en Sistemas Computacionales</a:t>
            </a:r>
          </a:p>
          <a:p>
            <a:pPr algn="ctr"/>
            <a:endParaRPr lang="es-MX" sz="5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5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Lenguajes y Autómatas II</a:t>
            </a:r>
          </a:p>
          <a:p>
            <a:pPr algn="ctr"/>
            <a:endParaRPr lang="es-MX" sz="5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5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Actividad 2.1 Exposición</a:t>
            </a:r>
          </a:p>
          <a:p>
            <a:pPr algn="ctr"/>
            <a:endParaRPr lang="es-MX" sz="5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lang="es-MX" sz="5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Docente</a:t>
            </a: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lang="es-MX" sz="5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Ing. Francisco Javier Mingo Velázquez</a:t>
            </a: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endParaRPr lang="es-MX" sz="5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lang="es-MX" sz="5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Estudiante</a:t>
            </a: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lang="es-MX" sz="5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Dixie Dayana Peña González</a:t>
            </a: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lang="es-MX" sz="5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#Control: 221260063</a:t>
            </a:r>
          </a:p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lang="es-MX" sz="5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Frontera Comalapa Chiapas,  A 22 de septiembre del 2025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03926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ángulo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/>
          </a:p>
        </p:txBody>
      </p:sp>
      <p:pic>
        <p:nvPicPr>
          <p:cNvPr id="7" name="Imagen 6" descr="Conexiones digitale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upo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2" name="Rectángulo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6715" y="4961693"/>
            <a:ext cx="10993549" cy="895244"/>
          </a:xfrm>
        </p:spPr>
        <p:txBody>
          <a:bodyPr rtlCol="0">
            <a:noAutofit/>
          </a:bodyPr>
          <a:lstStyle/>
          <a:p>
            <a:pPr algn="ctr" rtl="0"/>
            <a:r>
              <a:rPr lang="es-ES" sz="6000" dirty="0">
                <a:solidFill>
                  <a:schemeClr val="bg1"/>
                </a:solidFill>
              </a:rPr>
              <a:t>2.2.3 Triplos</a:t>
            </a:r>
          </a:p>
        </p:txBody>
      </p:sp>
      <p:pic>
        <p:nvPicPr>
          <p:cNvPr id="3076" name="Picture 4" descr="Clase digital 3. Programación modular - Recursos Educativos Abiertos">
            <a:extLst>
              <a:ext uri="{FF2B5EF4-FFF2-40B4-BE49-F238E27FC236}">
                <a16:creationId xmlns:a16="http://schemas.microsoft.com/office/drawing/2014/main" id="{1B397BD7-7881-4170-95E6-14D46E9DCC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1830" y="773853"/>
            <a:ext cx="3325813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ángulo 12">
            <a:extLst>
              <a:ext uri="{FF2B5EF4-FFF2-40B4-BE49-F238E27FC236}">
                <a16:creationId xmlns:a16="http://schemas.microsoft.com/office/drawing/2014/main" id="{4AE9D071-98CF-435C-BD2B-976514544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pic>
        <p:nvPicPr>
          <p:cNvPr id="8" name="Marcador de posición de contenido 4" descr="Números digitales">
            <a:extLst>
              <a:ext uri="{FF2B5EF4-FFF2-40B4-BE49-F238E27FC236}">
                <a16:creationId xmlns:a16="http://schemas.microsoft.com/office/drawing/2014/main" id="{EA70616B-E344-4856-8DF9-707C2623661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681" r="9091" b="1271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5" name="Grupo 14">
            <a:extLst>
              <a:ext uri="{FF2B5EF4-FFF2-40B4-BE49-F238E27FC236}">
                <a16:creationId xmlns:a16="http://schemas.microsoft.com/office/drawing/2014/main" id="{D619FC33-16ED-4246-9596-BEFEB55E4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7" y="457200"/>
            <a:ext cx="7507083" cy="5935132"/>
            <a:chOff x="438067" y="457200"/>
            <a:chExt cx="7507083" cy="5935132"/>
          </a:xfrm>
        </p:grpSpPr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2EEA80E1-F99F-4009-837F-2F72F8A5D5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7" y="618067"/>
              <a:ext cx="7503665" cy="5774265"/>
            </a:xfrm>
            <a:prstGeom prst="rect">
              <a:avLst/>
            </a:prstGeom>
            <a:solidFill>
              <a:schemeClr val="accent1">
                <a:alpha val="97000"/>
              </a:scheme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0230AF9A-4641-4BD8-9F95-9607CD3040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8703D4EC-9389-41B6-B88B-B6FDC8CD33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7F2616EE-270D-4F4C-BA1F-2708D387B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099" y="567574"/>
            <a:ext cx="7213600" cy="1121871"/>
          </a:xfrm>
        </p:spPr>
        <p:txBody>
          <a:bodyPr rtlCol="0" anchor="ctr">
            <a:normAutofit/>
          </a:bodyPr>
          <a:lstStyle/>
          <a:p>
            <a:pPr algn="ctr" rtl="0"/>
            <a:r>
              <a:rPr lang="es-ES" dirty="0"/>
              <a:t>Índice</a:t>
            </a:r>
          </a:p>
        </p:txBody>
      </p:sp>
      <p:graphicFrame>
        <p:nvGraphicFramePr>
          <p:cNvPr id="6" name="Marcador de posición de contenido 5" descr="SmartArt">
            <a:extLst>
              <a:ext uri="{FF2B5EF4-FFF2-40B4-BE49-F238E27FC236}">
                <a16:creationId xmlns:a16="http://schemas.microsoft.com/office/drawing/2014/main" id="{BF629521-FFD2-45DA-9D1D-A5F09BD5A2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0990001"/>
              </p:ext>
            </p:extLst>
          </p:nvPr>
        </p:nvGraphicFramePr>
        <p:xfrm>
          <a:off x="719571" y="1395663"/>
          <a:ext cx="6854248" cy="47163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79E53BA1-C2B8-4091-949D-ACD51A5D834C}"/>
              </a:ext>
            </a:extLst>
          </p:cNvPr>
          <p:cNvSpPr txBox="1"/>
          <p:nvPr/>
        </p:nvSpPr>
        <p:spPr>
          <a:xfrm>
            <a:off x="6208295" y="1395663"/>
            <a:ext cx="5454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bg1"/>
                </a:solidFill>
              </a:rPr>
              <a:t>4</a:t>
            </a:r>
            <a:endParaRPr lang="es-MX" dirty="0">
              <a:solidFill>
                <a:schemeClr val="bg1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E80F8D2-6D95-4DA9-82DF-1D0F425906DC}"/>
              </a:ext>
            </a:extLst>
          </p:cNvPr>
          <p:cNvSpPr txBox="1"/>
          <p:nvPr/>
        </p:nvSpPr>
        <p:spPr>
          <a:xfrm>
            <a:off x="6216316" y="2178195"/>
            <a:ext cx="5454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bg1"/>
                </a:solidFill>
              </a:rPr>
              <a:t>5</a:t>
            </a:r>
            <a:endParaRPr lang="es-MX" dirty="0">
              <a:solidFill>
                <a:schemeClr val="bg1"/>
              </a:solidFill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563C76B-4CB8-4548-9AD1-A4C1272AA24B}"/>
              </a:ext>
            </a:extLst>
          </p:cNvPr>
          <p:cNvSpPr txBox="1"/>
          <p:nvPr/>
        </p:nvSpPr>
        <p:spPr>
          <a:xfrm>
            <a:off x="6360695" y="3115913"/>
            <a:ext cx="5454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solidFill>
                  <a:schemeClr val="bg1"/>
                </a:solidFill>
              </a:rPr>
              <a:t>6</a:t>
            </a:r>
            <a:endParaRPr lang="es-MX" dirty="0">
              <a:solidFill>
                <a:schemeClr val="bg1"/>
              </a:solidFill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21938F0-C836-4E6C-9B25-76903D4EC520}"/>
              </a:ext>
            </a:extLst>
          </p:cNvPr>
          <p:cNvSpPr txBox="1"/>
          <p:nvPr/>
        </p:nvSpPr>
        <p:spPr>
          <a:xfrm>
            <a:off x="6360695" y="3879049"/>
            <a:ext cx="5454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>
                <a:solidFill>
                  <a:schemeClr val="bg1"/>
                </a:solidFill>
              </a:rPr>
              <a:t>7</a:t>
            </a:r>
            <a:endParaRPr lang="es-MX" dirty="0">
              <a:solidFill>
                <a:schemeClr val="bg1"/>
              </a:solidFill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48AC58DE-7BAD-4C3E-AB6E-67C40989E30B}"/>
              </a:ext>
            </a:extLst>
          </p:cNvPr>
          <p:cNvSpPr txBox="1"/>
          <p:nvPr/>
        </p:nvSpPr>
        <p:spPr>
          <a:xfrm>
            <a:off x="6400801" y="4625008"/>
            <a:ext cx="3930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>
                <a:solidFill>
                  <a:schemeClr val="bg1"/>
                </a:solidFill>
              </a:rPr>
              <a:t>8</a:t>
            </a:r>
            <a:endParaRPr lang="es-MX" dirty="0">
              <a:solidFill>
                <a:schemeClr val="bg1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57BAA063-8DA6-4B01-8613-F1D16D6D2804}"/>
              </a:ext>
            </a:extLst>
          </p:cNvPr>
          <p:cNvSpPr txBox="1"/>
          <p:nvPr/>
        </p:nvSpPr>
        <p:spPr>
          <a:xfrm>
            <a:off x="6324600" y="5393913"/>
            <a:ext cx="5454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>
                <a:solidFill>
                  <a:schemeClr val="bg1"/>
                </a:solidFill>
              </a:rPr>
              <a:t>9</a:t>
            </a:r>
            <a:endParaRPr lang="es-MX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9322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C7B35F-CD73-4A30-837E-F4BBAB4C8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/>
              <a:t>Introducción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8F7C93D-5A38-4322-8C8F-444F371570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s-ES" dirty="0"/>
              <a:t>En el proceso de traducción de un lenguaje de programación a código máquina, los compiladores utilizan representaciones intermedias que permiten simplificar, organizar y optimizar las instrucciones. Una de estas representaciones son los </a:t>
            </a:r>
            <a:r>
              <a:rPr lang="es-ES" b="1" dirty="0"/>
              <a:t>triplos</a:t>
            </a:r>
            <a:r>
              <a:rPr lang="es-ES" dirty="0"/>
              <a:t>, los cuales dividen las operaciones en tuplas de tres elementos: el operador y dos operandos. Esta técnica evita el uso excesivo de variables temporales y facilita al compilador la detección de redundancias y la optimización del código. 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14214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5A74F-A105-41B3-A62E-0D5176FD4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/>
              <a:t>justificación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91A3E37-78A9-413B-B82F-C9960EE72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ES" sz="2000" dirty="0"/>
              <a:t>El estudio de los </a:t>
            </a:r>
            <a:r>
              <a:rPr lang="es-ES" sz="2000" b="1" dirty="0"/>
              <a:t>triplos</a:t>
            </a:r>
            <a:r>
              <a:rPr lang="es-ES" sz="2000" dirty="0"/>
              <a:t> se justifica porque permiten comprender de manera práctica y estructurada cómo los compiladores representan internamente las operaciones aritméticas, lógicas y de asignación. Al analizar las expresiones a través de esta técnica, se logra una mejor organización del proceso de traducción y optimización del código. Además, este conocimiento es esencial para nosotros como estudiantes de </a:t>
            </a:r>
            <a:r>
              <a:rPr lang="es-ES" sz="2000" b="1" dirty="0"/>
              <a:t>Lenguajes y Autómatas 2</a:t>
            </a:r>
            <a:r>
              <a:rPr lang="es-ES" sz="2000" dirty="0"/>
              <a:t>, ya que no solo fortalece la base teórica, sino que también proporciona herramientas para el diseño y análisis de compiladores, áreas clave dentro de la Ingeniería en Sistemas Computacionales.</a:t>
            </a:r>
            <a:endParaRPr lang="es-MX" sz="2000" dirty="0"/>
          </a:p>
        </p:txBody>
      </p:sp>
    </p:spTree>
    <p:extLst>
      <p:ext uri="{BB962C8B-B14F-4D97-AF65-F5344CB8AC3E}">
        <p14:creationId xmlns:p14="http://schemas.microsoft.com/office/powerpoint/2010/main" val="2655845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B0B133-E7BF-4095-AB9B-75723087B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/>
              <a:t>Definición y estructura.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B36770-6AE2-402E-8885-BC3003FCB1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000" dirty="0"/>
              <a:t>Los </a:t>
            </a:r>
            <a:r>
              <a:rPr lang="es-ES" sz="2000" b="1" dirty="0"/>
              <a:t>triplos</a:t>
            </a:r>
            <a:r>
              <a:rPr lang="es-ES" sz="2000" dirty="0"/>
              <a:t> son una forma de </a:t>
            </a:r>
            <a:r>
              <a:rPr lang="es-ES" sz="2000" b="1" dirty="0"/>
              <a:t>representación intermedia del código</a:t>
            </a:r>
            <a:r>
              <a:rPr lang="es-ES" sz="2000" dirty="0"/>
              <a:t> utilizada en compiladores. </a:t>
            </a:r>
          </a:p>
          <a:p>
            <a:r>
              <a:rPr lang="es-ES" sz="2000" dirty="0"/>
              <a:t>Un </a:t>
            </a:r>
            <a:r>
              <a:rPr lang="es-ES" sz="2000" b="1" dirty="0"/>
              <a:t>triplo</a:t>
            </a:r>
            <a:r>
              <a:rPr lang="es-ES" sz="2000" dirty="0"/>
              <a:t> consta de </a:t>
            </a:r>
            <a:r>
              <a:rPr lang="es-ES" sz="2000" b="1" dirty="0"/>
              <a:t>tres campos principales</a:t>
            </a:r>
            <a:r>
              <a:rPr lang="es-ES" sz="2000" dirty="0"/>
              <a:t>:</a:t>
            </a:r>
          </a:p>
          <a:p>
            <a:pPr>
              <a:buFont typeface="+mj-lt"/>
              <a:buAutoNum type="arabicPeriod"/>
            </a:pPr>
            <a:r>
              <a:rPr lang="es-ES" sz="2000" b="1" dirty="0"/>
              <a:t>Operador (</a:t>
            </a:r>
            <a:r>
              <a:rPr lang="es-ES" sz="2000" b="1" dirty="0" err="1"/>
              <a:t>op</a:t>
            </a:r>
            <a:r>
              <a:rPr lang="es-ES" sz="2000" b="1" dirty="0"/>
              <a:t>)</a:t>
            </a:r>
            <a:endParaRPr lang="es-MX" sz="2000" b="1" dirty="0"/>
          </a:p>
          <a:p>
            <a:pPr>
              <a:buFont typeface="+mj-lt"/>
              <a:buAutoNum type="arabicPeriod"/>
            </a:pPr>
            <a:r>
              <a:rPr lang="es-MX" sz="2000" b="1" dirty="0"/>
              <a:t>Operando 1 (arg1)</a:t>
            </a:r>
            <a:r>
              <a:rPr lang="es-MX" sz="2000" dirty="0"/>
              <a:t> </a:t>
            </a:r>
            <a:endParaRPr lang="es-MX" sz="2000" b="1" dirty="0"/>
          </a:p>
          <a:p>
            <a:pPr>
              <a:buFont typeface="+mj-lt"/>
              <a:buAutoNum type="arabicPeriod"/>
            </a:pPr>
            <a:r>
              <a:rPr lang="es-MX" sz="2000" b="1" dirty="0"/>
              <a:t>Operando 2 (arg2)</a:t>
            </a:r>
          </a:p>
        </p:txBody>
      </p:sp>
    </p:spTree>
    <p:extLst>
      <p:ext uri="{BB962C8B-B14F-4D97-AF65-F5344CB8AC3E}">
        <p14:creationId xmlns:p14="http://schemas.microsoft.com/office/powerpoint/2010/main" val="1345249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928979-B038-42D2-A6C9-4E69FA8A8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/>
              <a:t>Fórmula general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8F4FA71-4F2E-41CB-B9EB-E9C37D3D8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[i] (</a:t>
            </a:r>
            <a:r>
              <a:rPr lang="es-MX" dirty="0" err="1"/>
              <a:t>op</a:t>
            </a:r>
            <a:r>
              <a:rPr lang="es-MX" dirty="0"/>
              <a:t>, arg1, arg2)</a:t>
            </a:r>
          </a:p>
          <a:p>
            <a:r>
              <a:rPr lang="es-MX" dirty="0"/>
              <a:t>Ejemplo:</a:t>
            </a:r>
          </a:p>
          <a:p>
            <a:pPr marL="0" indent="0">
              <a:buNone/>
            </a:pPr>
            <a:r>
              <a:rPr lang="es-MX" dirty="0"/>
              <a:t>A = B + C * D</a:t>
            </a:r>
          </a:p>
          <a:p>
            <a:pPr marL="0" indent="0">
              <a:buNone/>
            </a:pPr>
            <a:r>
              <a:rPr lang="es-ES" dirty="0"/>
              <a:t>[1] (*, C, D)      → Multiplica C * D</a:t>
            </a:r>
          </a:p>
          <a:p>
            <a:pPr marL="0" indent="0">
              <a:buNone/>
            </a:pPr>
            <a:r>
              <a:rPr lang="es-ES" dirty="0"/>
              <a:t>[2] (+, B, (1))    → Suma B + resultado del triplo 1</a:t>
            </a:r>
          </a:p>
          <a:p>
            <a:pPr marL="0" indent="0">
              <a:buNone/>
            </a:pPr>
            <a:r>
              <a:rPr lang="es-ES" dirty="0"/>
              <a:t>[3] (=, A, (2))    → Asigna a </a:t>
            </a:r>
            <a:r>
              <a:rPr lang="es-ES" dirty="0" err="1"/>
              <a:t>A</a:t>
            </a:r>
            <a:r>
              <a:rPr lang="es-ES" dirty="0"/>
              <a:t> el resultado del triplo 2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49043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C5C655-4851-408F-BA48-160ACC738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/>
              <a:t>características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19121DF-1319-44BB-853E-58CD107BEF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01904" y="2192520"/>
            <a:ext cx="9907779" cy="2949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se almacenan resultados en variables temporales explícitas; en su lugar, se hace referencia al </a:t>
            </a:r>
            <a:r>
              <a:rPr kumimoji="0" lang="es-MX" altLang="es-MX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número de triplo</a:t>
            </a:r>
            <a:r>
              <a:rPr kumimoji="0" lang="es-MX" altLang="es-MX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donde está el resultado.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Permiten simplificar la representación de operaciones complejas en pasos básicos.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Facilitan la </a:t>
            </a:r>
            <a:r>
              <a:rPr kumimoji="0" lang="es-MX" altLang="es-MX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optimización de código</a:t>
            </a:r>
            <a:r>
              <a:rPr kumimoji="0" lang="es-MX" altLang="es-MX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porque el compilador puede detectar redundancias, reutilizar resultados o eliminar operaciones innecesarias.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Son una alternativa a los </a:t>
            </a:r>
            <a:r>
              <a:rPr kumimoji="0" lang="es-MX" altLang="es-MX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cuádruplos</a:t>
            </a:r>
            <a:r>
              <a:rPr kumimoji="0" lang="es-MX" altLang="es-MX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solo que en los triplos no hay un campo explícito para el resultado (se sobreentiende con el índice).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03F697EF-C4D0-4500-B4DA-6FEC5C4AA08A}"/>
              </a:ext>
            </a:extLst>
          </p:cNvPr>
          <p:cNvSpPr txBox="1">
            <a:spLocks/>
          </p:cNvSpPr>
          <p:nvPr/>
        </p:nvSpPr>
        <p:spPr>
          <a:xfrm>
            <a:off x="581192" y="4677549"/>
            <a:ext cx="11029616" cy="1013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s-MX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EJECUCIÓN DE CÓDIGO JAVAFX</a:t>
            </a:r>
          </a:p>
        </p:txBody>
      </p:sp>
    </p:spTree>
    <p:extLst>
      <p:ext uri="{BB962C8B-B14F-4D97-AF65-F5344CB8AC3E}">
        <p14:creationId xmlns:p14="http://schemas.microsoft.com/office/powerpoint/2010/main" val="25245485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268BB2-657C-4374-AA6D-D7FD8EA13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/>
              <a:t>conclusión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D6CE76-611B-4FAC-B98C-B6CE75DF32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70000"/>
              </a:lnSpc>
              <a:buNone/>
            </a:pPr>
            <a:r>
              <a:rPr lang="es-ES" sz="2000" dirty="0"/>
              <a:t>Los </a:t>
            </a:r>
            <a:r>
              <a:rPr lang="es-ES" sz="2000" b="1" dirty="0"/>
              <a:t>triplos</a:t>
            </a:r>
            <a:r>
              <a:rPr lang="es-ES" sz="2000" dirty="0"/>
              <a:t> representan una forma clara y eficiente de organizar instrucciones dentro de un compilador, permitiendo un mayor control en la generación de código intermedio y facilitando procesos de optimización. Aunque puedan parecer simples, su importancia radica en que hacen posible la traducción ordenada de expresiones complejas, evitando redundancias y reduciendo el uso innecesario de variables temporales. En conclusión, el estudio de los triplos no solo nos acerca al funcionamiento interno de los compiladores, sino que también nos ayuda a comprender cómo se logra transformar un lenguaje de alto nivel en un código ejecutable de manera eficiente.</a:t>
            </a:r>
            <a:endParaRPr lang="es-MX" sz="2000" dirty="0"/>
          </a:p>
        </p:txBody>
      </p:sp>
    </p:spTree>
    <p:extLst>
      <p:ext uri="{BB962C8B-B14F-4D97-AF65-F5344CB8AC3E}">
        <p14:creationId xmlns:p14="http://schemas.microsoft.com/office/powerpoint/2010/main" val="23909807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ángulo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/>
          </a:p>
        </p:txBody>
      </p:sp>
      <p:pic>
        <p:nvPicPr>
          <p:cNvPr id="5" name="Imagen 4" descr="Números digitales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275" y="1419226"/>
            <a:ext cx="3081576" cy="1746762"/>
          </a:xfrm>
        </p:spPr>
        <p:txBody>
          <a:bodyPr rtlCol="0">
            <a:normAutofit/>
          </a:bodyPr>
          <a:lstStyle/>
          <a:p>
            <a:pPr rtl="0"/>
            <a:r>
              <a:rPr lang="es-ES">
                <a:solidFill>
                  <a:srgbClr val="FFFFFF"/>
                </a:solidFill>
              </a:rPr>
              <a:t>Gracias</a:t>
            </a: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6" name="Subtítulo 5">
            <a:extLst>
              <a:ext uri="{FF2B5EF4-FFF2-40B4-BE49-F238E27FC236}">
                <a16:creationId xmlns:a16="http://schemas.microsoft.com/office/drawing/2014/main" id="{88B048B3-CC1E-4A8B-96F3-597742AFF3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3DEFC4-3C64-47E8-A2E4-0BEABC75E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/>
              <a:t>Referencias bibliográficas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010841E-0273-40D1-9D93-AF82685AF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s-ES" b="0" i="1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2.2.3 triplos</a:t>
            </a:r>
            <a:r>
              <a:rPr lang="es-ES" b="0" i="0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. (s/f). Scribd. Recuperado el 22 de septiembre de 2025, de https://es.scribd.com/document/682953469/2-2-3-Triplos</a:t>
            </a:r>
          </a:p>
          <a:p>
            <a:pPr algn="just">
              <a:lnSpc>
                <a:spcPct val="150000"/>
              </a:lnSpc>
            </a:pPr>
            <a:r>
              <a:rPr lang="es-ES" b="0" i="1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LENGUAJES Y AUTOMATAS 2</a:t>
            </a:r>
            <a:r>
              <a:rPr lang="es-ES" b="0" i="0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. (s/f). Blogspot.com. Recuperado el 22 de septiembre de 2025, de https://lenguajesyautomatas2.blogspot.com/p/223-triplos.html</a:t>
            </a:r>
          </a:p>
          <a:p>
            <a:pPr algn="just">
              <a:lnSpc>
                <a:spcPct val="150000"/>
              </a:lnSpc>
            </a:pPr>
            <a:r>
              <a:rPr lang="es-ES" b="0" i="0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octubre. (2022, octubre 26). 2.2.3 TRIPLOS. </a:t>
            </a:r>
            <a:r>
              <a:rPr lang="es-ES" b="0" i="1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Blogspot.com</a:t>
            </a:r>
            <a:r>
              <a:rPr lang="es-ES" b="0" i="0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. https://unidad2subcapitulos.blogspot.com/2022/10/223-triplos.html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477018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16D6DD-FA79-41A5-A894-C3CCAEC18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0DC1B96-4A41-4EED-B3F9-30217C9C6C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26455" y="2181225"/>
            <a:ext cx="6539089" cy="3678238"/>
          </a:xfrm>
        </p:spPr>
      </p:pic>
    </p:spTree>
    <p:extLst>
      <p:ext uri="{BB962C8B-B14F-4D97-AF65-F5344CB8AC3E}">
        <p14:creationId xmlns:p14="http://schemas.microsoft.com/office/powerpoint/2010/main" val="3969516435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EBC12AA-1C15-4500-BC9C-8EE83A441DE9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1F69AFF4-BB30-4BA0-AD22-82CC3C4327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A0CF3B2-1F0F-4FC5-8002-3E4869ABAD5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Diseño Dividendo para tecnología</Template>
  <TotalTime>148</TotalTime>
  <Words>647</Words>
  <Application>Microsoft Office PowerPoint</Application>
  <PresentationFormat>Panorámica</PresentationFormat>
  <Paragraphs>63</Paragraphs>
  <Slides>12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Arial</vt:lpstr>
      <vt:lpstr>Calibri</vt:lpstr>
      <vt:lpstr>Georgia</vt:lpstr>
      <vt:lpstr>Gill Sans MT</vt:lpstr>
      <vt:lpstr>Wingdings 2</vt:lpstr>
      <vt:lpstr>Dividendo</vt:lpstr>
      <vt:lpstr>Presentación de PowerPoint</vt:lpstr>
      <vt:lpstr>2.2.3 Triplos</vt:lpstr>
      <vt:lpstr>Índice</vt:lpstr>
      <vt:lpstr>Introducción</vt:lpstr>
      <vt:lpstr>justificación</vt:lpstr>
      <vt:lpstr>Definición y estructura.</vt:lpstr>
      <vt:lpstr>Fórmula general</vt:lpstr>
      <vt:lpstr>características</vt:lpstr>
      <vt:lpstr>conclusión</vt:lpstr>
      <vt:lpstr>Gracias</vt:lpstr>
      <vt:lpstr>Referencias bibliográficas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Dixie Peña</dc:creator>
  <cp:lastModifiedBy>Dixie Peña</cp:lastModifiedBy>
  <cp:revision>9</cp:revision>
  <dcterms:created xsi:type="dcterms:W3CDTF">2025-09-22T04:41:21Z</dcterms:created>
  <dcterms:modified xsi:type="dcterms:W3CDTF">2025-10-08T21:52:51Z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